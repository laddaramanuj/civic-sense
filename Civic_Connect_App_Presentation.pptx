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CIVIC CONNECT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Responsible Citizen. Strong Nation.</a:t>
            </a:r>
          </a:p>
          <a:p>
            <a:r>
              <a:t>Digital Civic Responsibility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 Civic Responsibility into Measurable Impact</a:t>
            </a:r>
          </a:p>
          <a:p>
            <a:pPr lvl="1"/>
            <a:r>
              <a:t>Encourage responsible citizenship using technology</a:t>
            </a:r>
          </a:p>
          <a:p>
            <a:pPr lvl="1"/>
            <a:r>
              <a:t>Reward positive civic behavior</a:t>
            </a:r>
          </a:p>
          <a:p>
            <a:pPr lvl="1"/>
            <a:r>
              <a:t>Build a transparent and accountable society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citizen engagement in civic duties</a:t>
            </a:r>
          </a:p>
          <a:p>
            <a:pPr lvl="1"/>
            <a:r>
              <a:t>Delayed bill payments and traffic violations</a:t>
            </a:r>
          </a:p>
          <a:p>
            <a:pPr lvl="1"/>
            <a:r>
              <a:t>Low participation in community &amp; NGO activities</a:t>
            </a:r>
          </a:p>
          <a:p>
            <a:pPr lvl="1"/>
            <a:r>
              <a:t>No structured appreciation for responsible citizens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Civic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Aadhaar-linked secure citizen app</a:t>
            </a:r>
          </a:p>
          <a:p>
            <a:pPr lvl="1"/>
            <a:r>
              <a:t>Real-time civic compliance tracking</a:t>
            </a:r>
          </a:p>
          <a:p>
            <a:pPr lvl="1"/>
            <a:r>
              <a:t>CIVIC SCORE (0–1000)</a:t>
            </a:r>
          </a:p>
          <a:p>
            <a:pPr lvl="1"/>
            <a:r>
              <a:t>Digital recognition &amp; rewards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CIVIC SCORE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 Payments – 200 Points</a:t>
            </a:r>
          </a:p>
          <a:p>
            <a:pPr lvl="1"/>
            <a:r>
              <a:t>Traffic Compliance – 200 Points</a:t>
            </a:r>
          </a:p>
          <a:p>
            <a:pPr lvl="1"/>
            <a:r>
              <a:t>Social Participation – 200 Points</a:t>
            </a:r>
          </a:p>
          <a:p>
            <a:pPr lvl="1"/>
            <a:r>
              <a:t>Volunteering – 150 Points</a:t>
            </a:r>
          </a:p>
          <a:p>
            <a:pPr lvl="1"/>
            <a:r>
              <a:t>Environmental Contribution – 150 Points</a:t>
            </a:r>
          </a:p>
          <a:p>
            <a:pPr lvl="1"/>
            <a:r>
              <a:t>Religious &amp; Community Contribution – 100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Government &amp; API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Aadhaar eKYC API</a:t>
            </a:r>
          </a:p>
          <a:p>
            <a:pPr lvl="1"/>
            <a:r>
              <a:t>Electricity &amp; Water Department APIs</a:t>
            </a:r>
          </a:p>
          <a:p>
            <a:pPr lvl="1"/>
            <a:r>
              <a:t>RTO &amp; Traffic Police APIs</a:t>
            </a:r>
          </a:p>
          <a:p>
            <a:pPr lvl="1"/>
            <a:r>
              <a:t>Municipal &amp; Swachh Bharat APIs</a:t>
            </a:r>
          </a:p>
          <a:p>
            <a:pPr lvl="1"/>
            <a:r>
              <a:t>NGO &amp; CSR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 Safety &amp; Smart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Fine tracking &amp; payment status</a:t>
            </a:r>
          </a:p>
          <a:p>
            <a:pPr lvl="1"/>
            <a:r>
              <a:t>Safe driving streak rewards</a:t>
            </a:r>
          </a:p>
          <a:p>
            <a:pPr lvl="1"/>
            <a:r>
              <a:t>Helmet &amp; seatbelt compliance (AI ready)</a:t>
            </a:r>
          </a:p>
          <a:p>
            <a:pPr lvl="1"/>
            <a:r>
              <a:t>Accident-prone area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Citizen Recognition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 Citizen – 600+ Score</a:t>
            </a:r>
          </a:p>
          <a:p>
            <a:pPr lvl="1"/>
            <a:r>
              <a:t>Silver Citizen – 750+ Score</a:t>
            </a:r>
          </a:p>
          <a:p>
            <a:pPr lvl="1"/>
            <a:r>
              <a:t>Gold Citizen – 850+ Score</a:t>
            </a:r>
          </a:p>
          <a:p>
            <a:pPr lvl="1"/>
            <a:r>
              <a:t>Bharat Excellence Citizen – 950+ Score</a:t>
            </a:r>
          </a:p>
          <a:p>
            <a:pPr lvl="1"/>
            <a:r>
              <a:t>Digital certificates &amp; appreciation badges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Ward-wise civic analytics dashboard</a:t>
            </a:r>
          </a:p>
          <a:p>
            <a:pPr lvl="1"/>
            <a:r>
              <a:t>Improved compliance rates</a:t>
            </a:r>
          </a:p>
          <a:p>
            <a:pPr lvl="1"/>
            <a:r>
              <a:t>Data-driven policy decisions</a:t>
            </a:r>
          </a:p>
          <a:p>
            <a:pPr lvl="1"/>
            <a:r>
              <a:t>Stronger citizen-government engagement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Sustainability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partnership model</a:t>
            </a:r>
          </a:p>
          <a:p>
            <a:pPr lvl="1"/>
            <a:r>
              <a:t>CSR collaborations</a:t>
            </a:r>
          </a:p>
          <a:p>
            <a:pPr lvl="1"/>
            <a:r>
              <a:t>Corporate sponsorship programs</a:t>
            </a:r>
          </a:p>
          <a:p>
            <a:pPr lvl="1"/>
            <a:r>
              <a:t>White-label deployment for states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Municipal Pilot</a:t>
            </a:r>
          </a:p>
          <a:p>
            <a:pPr lvl="1"/>
            <a:r>
              <a:t>Phase 2 – State Expansion</a:t>
            </a:r>
          </a:p>
          <a:p>
            <a:pPr lvl="1"/>
            <a:r>
              <a:t>Phase 3 – National Platform</a:t>
            </a:r>
          </a:p>
          <a:p>
            <a:pPr lvl="1"/>
            <a:r>
              <a:t>Phase 4 – International Model 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Responsible Citizens</a:t>
            </a:r>
          </a:p>
          <a:p>
            <a:pPr lvl="1"/>
            <a:r>
              <a:t>Creating Transparent Governance</a:t>
            </a:r>
          </a:p>
          <a:p>
            <a:pPr lvl="1"/>
            <a:r>
              <a:t>Technology Driven Civic Transformation</a:t>
            </a:r>
          </a:p>
          <a:p>
            <a:pPr lvl="1"/>
            <a:r>
              <a:t>Let’s Build a Stronger Nation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